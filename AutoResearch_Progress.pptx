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Agentic ML workflows for multi-omics phenotype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4297680" cy="201168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Primary goal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Develop reusable agentic workflows where an agent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iteratively improves ML pipelines.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Phenotype prediction is the testbed, not the endpoint.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05840"/>
            <a:ext cx="4114800" cy="2011680"/>
          </a:xfrm>
          <a:prstGeom prst="rect">
            <a:avLst/>
          </a:prstGeom>
          <a:solidFill>
            <a:srgbClr val="F5F5F5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Dataset &amp; setup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Samples: 5,053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Raw features: 1,028 Olink proteins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Embeddings: 128 UKBB-trained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Targets: 52 continuous phenotypes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Agent: Cursor (-&gt; Claude Code)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Loop: edit -&gt; eval -&gt; keep/revert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154680"/>
            <a:ext cx="8549640" cy="822960"/>
          </a:xfrm>
          <a:prstGeom prst="rect">
            <a:avLst/>
          </a:prstGeom>
          <a:solidFill>
            <a:srgbClr val="FFF9C4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222"/>
                </a:solidFill>
                <a:latin typeface="Georgia"/>
              </a:rPr>
              <a:t>The main purpose is to improve agentic ways of working on ML codebases.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The agent reads local context, makes small testable edits, runs a fixed evaluation harness, and documents keep/revert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>
                <a:solidFill>
                  <a:srgbClr val="666666"/>
                </a:solidFill>
                <a:latin typeface="Georgia"/>
              </a:rPr>
              <a:t>THE HUMAN  ·  PHENOTYPE  ·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731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000000"/>
                </a:solidFill>
                <a:latin typeface="Georgia"/>
              </a:rPr>
              <a:t>| || ||| || | |||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AutoResearch: a workflow pattern, not a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4297680" cy="1920240"/>
          </a:xfrm>
          <a:prstGeom prst="rect">
            <a:avLst/>
          </a:prstGeom>
          <a:solidFill>
            <a:srgbClr val="FFEBEE"/>
          </a:solidFill>
          <a:ln w="9525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What it is NOT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 hyperparameter search engine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AutoML over a fixed model space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Grid search with extra steps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 library you import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05840"/>
            <a:ext cx="4114800" cy="192024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What it IS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Agent edits pipeline code itself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Fixed evaluation harness (agent_score)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Keep / revert discipline via git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Accumulated knowledge (skills)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3063240"/>
            <a:ext cx="8549640" cy="777240"/>
          </a:xfrm>
          <a:prstGeom prst="rect">
            <a:avLst/>
          </a:prstGeom>
          <a:solidFill>
            <a:srgbClr val="FFF9C4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222"/>
                </a:solidFill>
                <a:latin typeface="Georgia"/>
              </a:rPr>
              <a:t>Key novelty: the agent modifies analysis pipeline logic — preprocessing, feature selection,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model composition — not just parameter values. This is what separates it from grid 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931920"/>
            <a:ext cx="854964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222"/>
                </a:solidFill>
                <a:latin typeface="Georgia"/>
              </a:rPr>
              <a:t>Loop:  train.py (editable)  -&gt;  agent_loop.py (fixed harness)  -&gt;  agent_score  -&gt;  keep / revert  -&gt; 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>
                <a:solidFill>
                  <a:srgbClr val="666666"/>
                </a:solidFill>
                <a:latin typeface="Georgia"/>
              </a:rPr>
              <a:t>THE HUMAN  ·  PHENOTYPE  · 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731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000000"/>
                </a:solidFill>
                <a:latin typeface="Georgia"/>
              </a:rPr>
              <a:t>| || ||| || | |||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Benchmark results (pre-agentic baseline)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555555"/>
                </a:solidFill>
                <a:latin typeface="Georgia"/>
              </a:rPr>
              <a:t>468 runs · 52 targets x 3 models x 3 feature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515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0">
                <a:solidFill>
                  <a:srgbClr val="000000"/>
                </a:solidFill>
                <a:latin typeface="Georgia"/>
              </a:rPr>
              <a:t>raw+embed  lgbm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115568"/>
            <a:ext cx="20619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36692" y="10515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1">
                <a:solidFill>
                  <a:srgbClr val="1565C0"/>
                </a:solidFill>
                <a:latin typeface="Georgia"/>
              </a:rPr>
              <a:t>0.451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0992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0">
                <a:solidFill>
                  <a:srgbClr val="000000"/>
                </a:solidFill>
                <a:latin typeface="Georgia"/>
              </a:rPr>
              <a:t>raw  lgbm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773936"/>
            <a:ext cx="1979676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4396" y="1709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1">
                <a:solidFill>
                  <a:srgbClr val="1565C0"/>
                </a:solidFill>
                <a:latin typeface="Georgia"/>
              </a:rPr>
              <a:t>0.433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6829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0">
                <a:solidFill>
                  <a:srgbClr val="000000"/>
                </a:solidFill>
                <a:latin typeface="Georgia"/>
              </a:rPr>
              <a:t>raw+embed  stacking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432304"/>
            <a:ext cx="1961388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6108" y="236829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1">
                <a:solidFill>
                  <a:srgbClr val="1565C0"/>
                </a:solidFill>
                <a:latin typeface="Georgia"/>
              </a:rPr>
              <a:t>0.429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26664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0">
                <a:solidFill>
                  <a:srgbClr val="000000"/>
                </a:solidFill>
                <a:latin typeface="Georgia"/>
              </a:rPr>
              <a:t>raw  stacking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090672"/>
            <a:ext cx="190195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302666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1">
                <a:solidFill>
                  <a:srgbClr val="1565C0"/>
                </a:solidFill>
                <a:latin typeface="Georgia"/>
              </a:rPr>
              <a:t>0.416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8503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0">
                <a:solidFill>
                  <a:srgbClr val="000000"/>
                </a:solidFill>
                <a:latin typeface="Georgia"/>
              </a:rPr>
              <a:t>raw+embed  elasticnet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749040"/>
            <a:ext cx="1883664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368503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1">
                <a:solidFill>
                  <a:srgbClr val="1565C0"/>
                </a:solidFill>
                <a:latin typeface="Georgia"/>
              </a:rPr>
              <a:t>0.412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43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0">
                <a:solidFill>
                  <a:srgbClr val="000000"/>
                </a:solidFill>
                <a:latin typeface="Georgia"/>
              </a:rPr>
              <a:t>embed  lgbm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407408"/>
            <a:ext cx="1719072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4343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050" b="1">
                <a:solidFill>
                  <a:srgbClr val="1565C0"/>
                </a:solidFill>
                <a:latin typeface="Georgia"/>
              </a:rPr>
              <a:t>0.376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20640"/>
            <a:ext cx="8549640" cy="68580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222"/>
                </a:solidFill>
                <a:latin typeface="Georgia"/>
              </a:rPr>
              <a:t>Role in project: benchmark = static exploration of the model space.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AutoResearch = dynamic optimization on top.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>
                <a:solidFill>
                  <a:srgbClr val="666666"/>
                </a:solidFill>
                <a:latin typeface="Georgia"/>
              </a:rPr>
              <a:t>THE HUMAN  ·  PHENOTYPE  · 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731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000000"/>
                </a:solidFill>
                <a:latin typeface="Georgia"/>
              </a:rPr>
              <a:t>| || ||| || | |||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Agentic optimization results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555555"/>
                </a:solidFill>
                <a:latin typeface="Georgia"/>
              </a:rPr>
              <a:t>Per-phenotype sessions with keep / revert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13716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Phenotype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1005840"/>
            <a:ext cx="749808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1005840"/>
            <a:ext cx="694944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Best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005840"/>
            <a:ext cx="612648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Delta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005840"/>
            <a:ext cx="338328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Champion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15087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137160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HbA1C (BT)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389888"/>
            <a:ext cx="749808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0.287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389888"/>
            <a:ext cx="694944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0.355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89888"/>
            <a:ext cx="612648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E7D32"/>
                </a:solidFill>
                <a:latin typeface="Georgia"/>
              </a:rPr>
              <a:t>+0.040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389888"/>
            <a:ext cx="338328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stacking_linear + raw+embed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389888"/>
            <a:ext cx="15087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improved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56816"/>
            <a:ext cx="1371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Liver sound speed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1956816"/>
            <a:ext cx="74980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0.180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956816"/>
            <a:ext cx="69494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0.180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956816"/>
            <a:ext cx="612648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Georgia"/>
              </a:rPr>
              <a:t>~0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956816"/>
            <a:ext cx="3383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stacking_linear + raw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956816"/>
            <a:ext cx="1508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plateau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23744"/>
            <a:ext cx="137160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BMI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523744"/>
            <a:ext cx="749808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0.653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2523744"/>
            <a:ext cx="694944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0.653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523744"/>
            <a:ext cx="612648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111"/>
                </a:solidFill>
                <a:latin typeface="Georgia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2523744"/>
            <a:ext cx="338328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elasticnet + raw+embed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523744"/>
            <a:ext cx="1508760" cy="53035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11111"/>
                </a:solidFill>
                <a:latin typeface="Georgia"/>
              </a:rPr>
              <a:t>saturated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200400"/>
            <a:ext cx="8549640" cy="109728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22222"/>
                </a:solidFill>
                <a:latin typeface="Georgia"/>
              </a:rPr>
              <a:t>HbA1C structural session (+0.040): ColumnTransformer separating raw/embed preprocessing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+ split-view stacking + TransformedTargetRegressor.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These are pipeline-level changes a grid search would not find.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>
                <a:solidFill>
                  <a:srgbClr val="666666"/>
                </a:solidFill>
                <a:latin typeface="Georgia"/>
              </a:rPr>
              <a:t>THE HUMAN  ·  PHENOTYPE  · 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731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000000"/>
                </a:solidFill>
                <a:latin typeface="Georgia"/>
              </a:rPr>
              <a:t>| || ||| || | |||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Discovered modeling skills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555555"/>
                </a:solidFill>
                <a:latin typeface="Georgia"/>
              </a:rPr>
              <a:t>Validated knowledge that accumulates across phenotype sessions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4297680" cy="1737360"/>
          </a:xfrm>
          <a:prstGeom prst="rect">
            <a:avLst/>
          </a:prstGeom>
          <a:solidFill>
            <a:srgbClr val="FFEBEE"/>
          </a:solidFill>
          <a:ln w="9525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Prompt (one-time, forgotten)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"Try SelectKBest on raw features"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No transfer.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Each new phenotype starts from zero.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Skill (persists as prior)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"SelectKBest(k=300) on raw helped HbA1C +0.04.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PCA hurt. k=500 worse."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Used as prior for every future phenotype.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880360"/>
            <a:ext cx="8549640" cy="2834640"/>
          </a:xfrm>
          <a:prstGeom prst="rect">
            <a:avLst/>
          </a:prstGeom>
          <a:solidFill>
            <a:srgbClr val="F5F5F5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111"/>
                </a:solidFill>
                <a:latin typeface="Georgia"/>
              </a:rPr>
              <a:t>Skills extracted so far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1.  Separate raw / embed preprocessing (ColumnTransformer)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2.  Split-view stacking — different learners see different feature views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3.  TransformedTargetRegressor for skewed / weak targets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4.  Stacking beats standalone for weak phenotypes (R2 &lt; 0.35)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5.  Embeddings sometimes hurt — always test raw-only baseline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6.  Strong phenotypes (R2 &gt; 0.6) saturate fast — stop early</a:t>
            </a:r>
          </a:p>
          <a:p>
            <a:r>
              <a:rPr sz="1050" b="0">
                <a:solidFill>
                  <a:srgbClr val="222222"/>
                </a:solidFill>
                <a:latin typeface="Georgia"/>
              </a:rPr>
              <a:t>7.  SelectKBest &gt; PCA for Olink features (signal sparse, not low-rank)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>
                <a:solidFill>
                  <a:srgbClr val="666666"/>
                </a:solidFill>
                <a:latin typeface="Georgia"/>
              </a:rPr>
              <a:t>THE HUMAN  ·  PHENOTYPE  ·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731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000000"/>
                </a:solidFill>
                <a:latin typeface="Georgia"/>
              </a:rPr>
              <a:t>| || ||| || | |||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8549640" cy="50292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[x]  1. Infrastructure  —  prepare.py, train.py, agent_loop.py, phenotype workspaces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31036"/>
            <a:ext cx="8549640" cy="50292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[x]  2. Benchmark (468 runs)  —  Exhaustive baseline across all targets x models x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93392"/>
            <a:ext cx="8549640" cy="50292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[x]  3. Hyperparameter sessions  —  Per-phenotype tuning via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555748"/>
            <a:ext cx="8549640" cy="50292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[x]  4. Structural exploration (HbA1C)  —  ColumnTransformer, split-view stacking, +0.040 gain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118104"/>
            <a:ext cx="8549640" cy="502920"/>
          </a:xfrm>
          <a:prstGeom prst="rect">
            <a:avLst/>
          </a:prstGeom>
          <a:solidFill>
            <a:srgbClr val="E8F5E9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[x]  5. skills.md  —  Formalise validated findings as reusable priors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680460"/>
            <a:ext cx="854964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 ]  6. New phenotypes (2-3)  —  Triglycerides, CRP, eGFR — span weak / medium / strong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242816"/>
            <a:ext cx="854964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 ]  7. Skills-guided sessions  —  Agent reads skills.md before starting — test knowledge reuse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805172"/>
            <a:ext cx="854964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 ]  8. Add LGBM back  —  As expensive expert model where linear stacking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367528"/>
            <a:ext cx="854964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 ]  9. Cross-phenotype meta-learning  —  Champion patterns as priors for phenotype similarity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929884"/>
            <a:ext cx="8549640" cy="50292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Georgia"/>
              </a:rPr>
              <a:t>[ ]  10. Generalise to new X/Y  —  Minimal-input system for new omics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46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50" b="0">
                <a:solidFill>
                  <a:srgbClr val="666666"/>
                </a:solidFill>
                <a:latin typeface="Georgia"/>
              </a:rPr>
              <a:t>THE HUMAN  ·  PHENOTYPE  · 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731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000000"/>
                </a:solidFill>
                <a:latin typeface="Georgia"/>
              </a:rPr>
              <a:t>| || ||| || | |||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